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《开源软件与新技术》</a:t>
            </a:r>
          </a:p>
          <a:p>
            <a:pPr>
              <a:defRPr sz="2500" b="1">
                <a:solidFill>
                  <a:srgbClr val="FFFFFF"/>
                </a:solidFill>
                <a:latin typeface="微软雅黑"/>
              </a:defRPr>
            </a:pPr>
            <a:r>
              <a:t>实验04 机器学习智能分类系统</a:t>
            </a:r>
          </a:p>
          <a:p>
            <a:pPr>
              <a:defRPr sz="1300" b="0">
                <a:solidFill>
                  <a:srgbClr val="DDDDFF"/>
                </a:solidFill>
                <a:latin typeface="微软雅黑"/>
              </a:defRPr>
            </a:pPr>
            <a:r>
              <a:t>课程实验成品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2011680"/>
            <a:ext cx="6583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/>
              </a:defRPr>
            </a:pPr>
            <a:r>
              <a:t>实验04 机器学习智能分类系统</a:t>
            </a:r>
          </a:p>
          <a:p>
            <a:pPr>
              <a:defRPr sz="1500" b="0">
                <a:solidFill>
                  <a:srgbClr val="64748B"/>
                </a:solidFill>
                <a:latin typeface="微软雅黑"/>
              </a:defRPr>
            </a:pPr>
            <a:r>
              <a:t>scikit-learn Pipeline 比较两算法 + Streamlit 界面，含置信度阈值与批量预测</a:t>
            </a:r>
          </a:p>
          <a:p>
            <a:pPr>
              <a:defRPr sz="10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defRPr sz="1400" b="1">
                <a:solidFill>
                  <a:srgbClr val="4F46E5"/>
                </a:solidFill>
                <a:latin typeface="微软雅黑"/>
              </a:defRPr>
            </a:pPr>
            <a:r>
              <a:t>王锐兵（软件2304，学号 23110506126）</a:t>
            </a:r>
          </a:p>
          <a:p>
            <a:pPr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仓库：github.com/remchang/wine-classifier-app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1. 解决什么实际问题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很多课程作业停在 Notebook 里：模型能出一个分数，但普通用户调不到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更常见的坑：训练时做了标准化，推理时忘了做 —— **不报错但结果全错**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还有一种：过两天自己都说不清这个模型是用哪份数据、哪版库训出来的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目标：把预处理和模型封进同一个 Pipeline 一起保存，从结构上消灭不一致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核心目标不是「模型多准」，而是「能被稳定调用且说得清来历」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2. 用了哪个开源项目、固定在哪个版本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上游：scikit-learn（BSD-3-Clause）、Streamlit（Apache-2.0）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数据集：UCI Wine，经 sklearn.datasets.load_wine 使用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**数据许可证单独记录：CC BY 4.0** —— 和代码许可证是两回事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版本差异要如实说明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指导书建议 scikit-learn 1.7.2 / Streamlit 1.50.0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本机 Python 3.13 环境下实际装到 1.9.1 / 1.64.0（旧版没 wheel）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requirements.txt 按 pip freeze 的实际结果写，不写推测版本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锁文件应该是装完之后生成的产物，不是事先猜出来的清单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3. 基线是什么样 vs 我改了什么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scikit-learn 和 Streamlit 都是**库**，不是可以直接换名提交的完整应用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我实现的 8 项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完整的 Streamlit 应用与四个标签页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训练脚本：CV 比较 → 选优 → 一次最终测试 → 保存元数据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model_meta.json 的设计与加载时校验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输入 Schema 校验（缺列、非数字、列顺序）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置信度阈值 + 人工复核转交（自主功能①）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批量 CSV 预测 + 逐行容错 + 下载（自主功能②）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阈值-覆盖率-准确率的量化分析页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模型卡 model_card.md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自主功能 2 项，都有量化证据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4. 自主功能与设计理由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① 置信度阈值 + 人工复核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解决：模型给出的判定能不能直接采信？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低于阈值不自动给结论，标成「待复核」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② 批量 CSV 预测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解决：一条条填表单太慢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逐行 try/except，**一行坏数据不让整批失败**，行号和原因都报出来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10B981"/>
                </a:solidFill>
                <a:latin typeface="微软雅黑"/>
              </a:defRPr>
            </a:pPr>
            <a:r>
              <a:t>量化证据：阈值分析表（8 个阈值下的覆盖率与自动准确率）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实测结果和预期不一样：自动准确率恒为 100%，只有覆盖率在掉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原因：模型在这 45 个样本上本来就全判对，**不存在高自信的错误**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如果想让结果好看，只要换个种子让模型错一两个样本 —— 没有这么做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5. 核心流程与实测结果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5 折分层交叉验证（只在训练集上做）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logistic_regression  F1(macro) = 0.9777，耗时 0.087s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random_forest        F1(macro) = **0.9854**，耗时 1.809s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按 macro F1 选中：random_forest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测试集（45 个样本，**只评一次**）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Accuracy = Precision(macro) = Recall(macro) = F1(macro) = 1.0000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混淆矩阵：[[15,0,0],[0,18,0],[0,0,12]]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诚实标注：两算法只差 0.0077，很可能落在噪声范围内，不能说「随机森林更优」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测试集四项全 1.0 是 45 个样本太少导致的，不是「模型完美」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6. 一段代码 + 一项测试结果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为什么预处理必须进 Pipeline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先 fit 全量再划分 → 数据泄漏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在训练集 fit、另行保存 scaler → 忘记对齐就静默出错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全部放进 Pipeline 一起存 → 结构上不可能出错（选这个）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一个专门盯「静默错误」的测试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test_zu_canshu_zi_an_lie_ming_paixu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断言：字典顺序打乱，输出 DataFrame 的列顺序仍然正确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测试结果（真实执行）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pytest tests -q → **40 passed in 5.28s**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col 顺序错了不会报错，只会让预测结果静默出错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7. 问题、取舍与未解决风险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不做分布外检测 —— 输入超出训练范围时模型照样给答案，不报错也不提示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这是当前版本最明显的短板，已写进模型卡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样本量只有 178 条，指标波动大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未做概率校准，predict_proba 不等于真实发生率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踩过的两个坑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pandas 3.0 不允许往 float64 列塞字符串（测试构造坏数据的方式要改）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requirements.txt 一开始写了不存在的版本组合，改成装完再回填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最贵的错误是静默错误：不报错，但结论是错的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8. 开发计划与 Git 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8 个非合并提交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chore(baseline) 依赖 + 许可证（代码与数据分开）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feat(pipeline) Schema 守卫 + 分层划分 + Pipeline 构造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feat(train) 两算法 CV 比较 → 冻结最佳 Pipeline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feat(infer) 阈值感知的单条与批量预测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feat(app) Streamlit 四个标签页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test(tests) 40 条 pytest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feat(scripts) 安装/训练/启动/测试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docs README / 模型卡 / 测试记录 / 实验报告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证据：6 个 Issue，PR #19 已合并，14 项自我 Review 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conftest 现场训练模型，所以干净克隆直接 pytest 就能过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9. 后续改进方向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**第一优先级：补分布外检测**（按特征记录训练集分位区间，越界时提示或拒绝）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做概率校准（Platt scaling / isotonic），让概率有意义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用重复交叉验证或配对检验，给出「两算法差异是否显著」的结论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尝试 SHAP 之类的局部解释，帮助复核人员理解为什么这么判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加入数据漂移监控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把「静默错误变成显式报错」这条原则继续贯彻下去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